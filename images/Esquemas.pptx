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322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14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2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70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87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53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94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7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101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74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66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1FA7-6BA6-4A2F-9BAD-8242EC82DF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23827-9619-48E0-8BE6-EF99310DC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59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341418" y="1819563"/>
            <a:ext cx="1762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/>
              <a:t>Dados Saeb</a:t>
            </a:r>
            <a:endParaRPr lang="pt-BR" sz="11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3557156" y="1819563"/>
            <a:ext cx="1762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/>
              <a:t>Dados socioeconômicos</a:t>
            </a:r>
            <a:endParaRPr lang="pt-BR" sz="11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4937759" y="1819563"/>
            <a:ext cx="1762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/>
              <a:t>Atributos estados</a:t>
            </a:r>
            <a:endParaRPr lang="pt-BR" sz="1100" dirty="0"/>
          </a:p>
        </p:txBody>
      </p:sp>
      <p:sp>
        <p:nvSpPr>
          <p:cNvPr id="11" name="Retângulo 10"/>
          <p:cNvSpPr/>
          <p:nvPr/>
        </p:nvSpPr>
        <p:spPr>
          <a:xfrm>
            <a:off x="2341418" y="274701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 smtClean="0"/>
              <a:t>dados_socioeconomicos_estados</a:t>
            </a:r>
            <a:endParaRPr lang="pt-B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r</a:t>
            </a:r>
            <a:r>
              <a:rPr lang="pt-BR" sz="1400" dirty="0" err="1" smtClean="0"/>
              <a:t>esultados_saeb</a:t>
            </a:r>
            <a:endParaRPr lang="pt-B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a</a:t>
            </a:r>
            <a:r>
              <a:rPr lang="pt-BR" sz="1400" dirty="0" err="1" smtClean="0"/>
              <a:t>tributos_estados</a:t>
            </a:r>
            <a:endParaRPr lang="pt-BR" sz="1400" dirty="0" smtClean="0"/>
          </a:p>
          <a:p>
            <a:endParaRPr lang="pt-BR" sz="1400" dirty="0"/>
          </a:p>
        </p:txBody>
      </p:sp>
      <p:sp>
        <p:nvSpPr>
          <p:cNvPr id="12" name="Retângulo 11"/>
          <p:cNvSpPr/>
          <p:nvPr/>
        </p:nvSpPr>
        <p:spPr>
          <a:xfrm>
            <a:off x="2341418" y="411638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resultado_saeb</a:t>
            </a:r>
            <a:endParaRPr lang="pt-BR" sz="1400" dirty="0"/>
          </a:p>
        </p:txBody>
      </p:sp>
      <p:sp>
        <p:nvSpPr>
          <p:cNvPr id="13" name="Retângulo 12"/>
          <p:cNvSpPr/>
          <p:nvPr/>
        </p:nvSpPr>
        <p:spPr>
          <a:xfrm>
            <a:off x="2341418" y="507378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 smtClean="0"/>
              <a:t>resultado_saeb_por_estado_vs_idhm</a:t>
            </a:r>
            <a:endParaRPr lang="pt-B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 smtClean="0"/>
              <a:t>resultado_saeb_por_nivel_socioeconômico</a:t>
            </a:r>
            <a:endParaRPr lang="pt-B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 smtClean="0"/>
              <a:t>resultado_saeb_por_tipo_de_escola</a:t>
            </a:r>
            <a:endParaRPr lang="pt-BR" dirty="0"/>
          </a:p>
        </p:txBody>
      </p:sp>
      <p:sp>
        <p:nvSpPr>
          <p:cNvPr id="15" name="Seta para baixo 14"/>
          <p:cNvSpPr/>
          <p:nvPr/>
        </p:nvSpPr>
        <p:spPr>
          <a:xfrm>
            <a:off x="3419301" y="3504810"/>
            <a:ext cx="454430" cy="425465"/>
          </a:xfrm>
          <a:prstGeom prst="downArrow">
            <a:avLst/>
          </a:prstGeom>
          <a:solidFill>
            <a:srgbClr val="45E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 para baixo 15"/>
          <p:cNvSpPr/>
          <p:nvPr/>
        </p:nvSpPr>
        <p:spPr>
          <a:xfrm>
            <a:off x="3419301" y="2293706"/>
            <a:ext cx="454430" cy="425465"/>
          </a:xfrm>
          <a:prstGeom prst="downArrow">
            <a:avLst/>
          </a:prstGeom>
          <a:solidFill>
            <a:srgbClr val="45E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baixo 16"/>
          <p:cNvSpPr/>
          <p:nvPr/>
        </p:nvSpPr>
        <p:spPr>
          <a:xfrm>
            <a:off x="3419299" y="4657526"/>
            <a:ext cx="454430" cy="425465"/>
          </a:xfrm>
          <a:prstGeom prst="downArrow">
            <a:avLst/>
          </a:prstGeom>
          <a:solidFill>
            <a:srgbClr val="45E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3938852" y="3513870"/>
            <a:ext cx="2761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Tratamento / Padronização 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3873729" y="4637402"/>
            <a:ext cx="3544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Integração / Criação de indicadores 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3873729" y="2293706"/>
            <a:ext cx="31754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Download e criação de tabela</a:t>
            </a:r>
            <a:endParaRPr lang="pt-BR" dirty="0"/>
          </a:p>
        </p:txBody>
      </p:sp>
      <p:sp>
        <p:nvSpPr>
          <p:cNvPr id="21" name="Retângulo de cantos arredondados 20"/>
          <p:cNvSpPr/>
          <p:nvPr/>
        </p:nvSpPr>
        <p:spPr>
          <a:xfrm>
            <a:off x="428420" y="1630293"/>
            <a:ext cx="1737361" cy="5353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>
                <a:solidFill>
                  <a:schemeClr val="tx1"/>
                </a:solidFill>
              </a:rPr>
              <a:t>Fonte de Dados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428421" y="2801056"/>
            <a:ext cx="1737360" cy="6509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Bronze</a:t>
            </a: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428421" y="3958820"/>
            <a:ext cx="1737360" cy="62289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Silver</a:t>
            </a:r>
          </a:p>
        </p:txBody>
      </p:sp>
      <p:sp>
        <p:nvSpPr>
          <p:cNvPr id="24" name="Retângulo de cantos arredondados 23"/>
          <p:cNvSpPr/>
          <p:nvPr/>
        </p:nvSpPr>
        <p:spPr>
          <a:xfrm>
            <a:off x="428421" y="5110469"/>
            <a:ext cx="1737360" cy="62289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Gold</a:t>
            </a:r>
          </a:p>
        </p:txBody>
      </p:sp>
      <p:sp>
        <p:nvSpPr>
          <p:cNvPr id="25" name="Retângulo de cantos arredondados 24"/>
          <p:cNvSpPr/>
          <p:nvPr/>
        </p:nvSpPr>
        <p:spPr>
          <a:xfrm>
            <a:off x="2341418" y="1633591"/>
            <a:ext cx="4084320" cy="5353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de cantos arredondados 25"/>
          <p:cNvSpPr/>
          <p:nvPr/>
        </p:nvSpPr>
        <p:spPr>
          <a:xfrm>
            <a:off x="2243367" y="2801055"/>
            <a:ext cx="4259957" cy="6509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de cantos arredondados 26"/>
          <p:cNvSpPr/>
          <p:nvPr/>
        </p:nvSpPr>
        <p:spPr>
          <a:xfrm>
            <a:off x="2243366" y="3969812"/>
            <a:ext cx="4259957" cy="6005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de cantos arredondados 27"/>
          <p:cNvSpPr/>
          <p:nvPr/>
        </p:nvSpPr>
        <p:spPr>
          <a:xfrm>
            <a:off x="2243366" y="5132067"/>
            <a:ext cx="4259957" cy="6803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852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</dc:creator>
  <cp:lastModifiedBy>Lucas</cp:lastModifiedBy>
  <cp:revision>4</cp:revision>
  <dcterms:created xsi:type="dcterms:W3CDTF">2026-09-22T01:13:47Z</dcterms:created>
  <dcterms:modified xsi:type="dcterms:W3CDTF">2026-09-22T01:28:14Z</dcterms:modified>
</cp:coreProperties>
</file>