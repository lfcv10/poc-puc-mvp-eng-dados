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5E7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322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2146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1240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7700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871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953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594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372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1010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4743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6662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311FA7-6BA6-4A2F-9BAD-8242EC82DFBC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2595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2341418" y="1820388"/>
            <a:ext cx="17622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dirty="0" smtClean="0"/>
              <a:t>Dados Saeb</a:t>
            </a:r>
            <a:endParaRPr lang="pt-BR" sz="1100" dirty="0"/>
          </a:p>
        </p:txBody>
      </p:sp>
      <p:sp>
        <p:nvSpPr>
          <p:cNvPr id="6" name="CaixaDeTexto 5"/>
          <p:cNvSpPr txBox="1"/>
          <p:nvPr/>
        </p:nvSpPr>
        <p:spPr>
          <a:xfrm>
            <a:off x="3315766" y="1814117"/>
            <a:ext cx="17622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dirty="0" smtClean="0"/>
              <a:t>Dados socioeconômicos</a:t>
            </a:r>
            <a:endParaRPr lang="pt-BR" sz="1100" dirty="0"/>
          </a:p>
        </p:txBody>
      </p:sp>
      <p:sp>
        <p:nvSpPr>
          <p:cNvPr id="7" name="CaixaDeTexto 6"/>
          <p:cNvSpPr txBox="1"/>
          <p:nvPr/>
        </p:nvSpPr>
        <p:spPr>
          <a:xfrm>
            <a:off x="4937759" y="1803889"/>
            <a:ext cx="17622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dirty="0" smtClean="0"/>
              <a:t>Atributos estados</a:t>
            </a:r>
            <a:endParaRPr lang="pt-BR" sz="1100" dirty="0"/>
          </a:p>
        </p:txBody>
      </p:sp>
      <p:sp>
        <p:nvSpPr>
          <p:cNvPr id="11" name="Retângulo 10"/>
          <p:cNvSpPr/>
          <p:nvPr/>
        </p:nvSpPr>
        <p:spPr>
          <a:xfrm>
            <a:off x="2341418" y="2747015"/>
            <a:ext cx="6096000" cy="954107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 smtClean="0"/>
              <a:t>dados_socioeconomicos_estados</a:t>
            </a:r>
            <a:endParaRPr lang="pt-B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/>
              <a:t>r</a:t>
            </a:r>
            <a:r>
              <a:rPr lang="pt-BR" sz="1400" dirty="0" err="1" smtClean="0"/>
              <a:t>esultados_saeb</a:t>
            </a:r>
            <a:endParaRPr lang="pt-B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/>
              <a:t>a</a:t>
            </a:r>
            <a:r>
              <a:rPr lang="pt-BR" sz="1400" dirty="0" err="1" smtClean="0"/>
              <a:t>tributos_estados</a:t>
            </a:r>
            <a:endParaRPr lang="pt-BR" sz="1400" dirty="0" smtClean="0"/>
          </a:p>
          <a:p>
            <a:endParaRPr lang="pt-BR" sz="1400" dirty="0"/>
          </a:p>
        </p:txBody>
      </p:sp>
      <p:sp>
        <p:nvSpPr>
          <p:cNvPr id="12" name="Retângulo 11"/>
          <p:cNvSpPr/>
          <p:nvPr/>
        </p:nvSpPr>
        <p:spPr>
          <a:xfrm>
            <a:off x="2341418" y="4116381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/>
              <a:t>resultado_saeb</a:t>
            </a:r>
            <a:endParaRPr lang="pt-BR" sz="1400" dirty="0"/>
          </a:p>
        </p:txBody>
      </p:sp>
      <p:sp>
        <p:nvSpPr>
          <p:cNvPr id="13" name="Retângulo 12"/>
          <p:cNvSpPr/>
          <p:nvPr/>
        </p:nvSpPr>
        <p:spPr>
          <a:xfrm>
            <a:off x="2341418" y="5073786"/>
            <a:ext cx="6096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 smtClean="0"/>
              <a:t>resultado_saeb_por_estado_vs_idhm</a:t>
            </a:r>
            <a:endParaRPr lang="pt-B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 smtClean="0"/>
              <a:t>resultado_saeb_por_nivel_socioeconômico</a:t>
            </a:r>
            <a:endParaRPr lang="pt-B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 smtClean="0"/>
              <a:t>resultado_saeb_por_tipo_de_escola</a:t>
            </a:r>
            <a:endParaRPr lang="pt-BR" dirty="0"/>
          </a:p>
        </p:txBody>
      </p:sp>
      <p:sp>
        <p:nvSpPr>
          <p:cNvPr id="15" name="Seta para baixo 14"/>
          <p:cNvSpPr/>
          <p:nvPr/>
        </p:nvSpPr>
        <p:spPr>
          <a:xfrm>
            <a:off x="3419301" y="3504810"/>
            <a:ext cx="454430" cy="425465"/>
          </a:xfrm>
          <a:prstGeom prst="downArrow">
            <a:avLst/>
          </a:prstGeom>
          <a:solidFill>
            <a:srgbClr val="45E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Seta para baixo 15"/>
          <p:cNvSpPr/>
          <p:nvPr/>
        </p:nvSpPr>
        <p:spPr>
          <a:xfrm>
            <a:off x="3419301" y="2293706"/>
            <a:ext cx="454430" cy="425465"/>
          </a:xfrm>
          <a:prstGeom prst="downArrow">
            <a:avLst/>
          </a:prstGeom>
          <a:solidFill>
            <a:srgbClr val="45E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Seta para baixo 16"/>
          <p:cNvSpPr/>
          <p:nvPr/>
        </p:nvSpPr>
        <p:spPr>
          <a:xfrm>
            <a:off x="3419299" y="4657526"/>
            <a:ext cx="454430" cy="425465"/>
          </a:xfrm>
          <a:prstGeom prst="downArrow">
            <a:avLst/>
          </a:prstGeom>
          <a:solidFill>
            <a:srgbClr val="45E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3938852" y="3513870"/>
            <a:ext cx="27612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smtClean="0"/>
              <a:t>Tratamento / Padronização </a:t>
            </a:r>
            <a:endParaRPr lang="pt-BR" dirty="0"/>
          </a:p>
        </p:txBody>
      </p:sp>
      <p:sp>
        <p:nvSpPr>
          <p:cNvPr id="19" name="Retângulo 18"/>
          <p:cNvSpPr/>
          <p:nvPr/>
        </p:nvSpPr>
        <p:spPr>
          <a:xfrm>
            <a:off x="3873729" y="4637402"/>
            <a:ext cx="35440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smtClean="0"/>
              <a:t>Integração / Criação de indicadores </a:t>
            </a:r>
            <a:endParaRPr lang="pt-BR" dirty="0"/>
          </a:p>
        </p:txBody>
      </p:sp>
      <p:sp>
        <p:nvSpPr>
          <p:cNvPr id="20" name="Retângulo 19"/>
          <p:cNvSpPr/>
          <p:nvPr/>
        </p:nvSpPr>
        <p:spPr>
          <a:xfrm>
            <a:off x="3873729" y="2293706"/>
            <a:ext cx="317546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 smtClean="0"/>
              <a:t>Download e criação de tabela</a:t>
            </a:r>
            <a:endParaRPr lang="pt-BR" dirty="0"/>
          </a:p>
        </p:txBody>
      </p:sp>
      <p:sp>
        <p:nvSpPr>
          <p:cNvPr id="21" name="Retângulo de cantos arredondados 20"/>
          <p:cNvSpPr/>
          <p:nvPr/>
        </p:nvSpPr>
        <p:spPr>
          <a:xfrm>
            <a:off x="428420" y="1630293"/>
            <a:ext cx="1737361" cy="5353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 smtClean="0">
                <a:solidFill>
                  <a:schemeClr val="tx1"/>
                </a:solidFill>
              </a:rPr>
              <a:t>Fonte de Dados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2" name="Retângulo de cantos arredondados 21"/>
          <p:cNvSpPr/>
          <p:nvPr/>
        </p:nvSpPr>
        <p:spPr>
          <a:xfrm>
            <a:off x="428421" y="2801056"/>
            <a:ext cx="1737360" cy="65099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smtClean="0">
                <a:solidFill>
                  <a:schemeClr val="tx1"/>
                </a:solidFill>
              </a:rPr>
              <a:t>Bronze</a:t>
            </a:r>
          </a:p>
        </p:txBody>
      </p:sp>
      <p:sp>
        <p:nvSpPr>
          <p:cNvPr id="23" name="Retângulo de cantos arredondados 22"/>
          <p:cNvSpPr/>
          <p:nvPr/>
        </p:nvSpPr>
        <p:spPr>
          <a:xfrm>
            <a:off x="428421" y="3958820"/>
            <a:ext cx="1737360" cy="62289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smtClean="0">
                <a:solidFill>
                  <a:schemeClr val="tx1"/>
                </a:solidFill>
              </a:rPr>
              <a:t>Silver</a:t>
            </a:r>
          </a:p>
        </p:txBody>
      </p:sp>
      <p:sp>
        <p:nvSpPr>
          <p:cNvPr id="24" name="Retângulo de cantos arredondados 23"/>
          <p:cNvSpPr/>
          <p:nvPr/>
        </p:nvSpPr>
        <p:spPr>
          <a:xfrm>
            <a:off x="428421" y="5110469"/>
            <a:ext cx="1737360" cy="62289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smtClean="0">
                <a:solidFill>
                  <a:schemeClr val="tx1"/>
                </a:solidFill>
              </a:rPr>
              <a:t>Gold</a:t>
            </a:r>
          </a:p>
        </p:txBody>
      </p:sp>
      <p:sp>
        <p:nvSpPr>
          <p:cNvPr id="25" name="Retângulo de cantos arredondados 24"/>
          <p:cNvSpPr/>
          <p:nvPr/>
        </p:nvSpPr>
        <p:spPr>
          <a:xfrm>
            <a:off x="2341418" y="1633591"/>
            <a:ext cx="4084320" cy="5353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 de cantos arredondados 25"/>
          <p:cNvSpPr/>
          <p:nvPr/>
        </p:nvSpPr>
        <p:spPr>
          <a:xfrm>
            <a:off x="2243367" y="2801055"/>
            <a:ext cx="4259957" cy="65099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Retângulo de cantos arredondados 26"/>
          <p:cNvSpPr/>
          <p:nvPr/>
        </p:nvSpPr>
        <p:spPr>
          <a:xfrm>
            <a:off x="2243366" y="3969812"/>
            <a:ext cx="4259957" cy="60053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 de cantos arredondados 27"/>
          <p:cNvSpPr/>
          <p:nvPr/>
        </p:nvSpPr>
        <p:spPr>
          <a:xfrm>
            <a:off x="2243366" y="5132067"/>
            <a:ext cx="4259957" cy="68038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585211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Microsoft Office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</dc:creator>
  <cp:lastModifiedBy>Lucas</cp:lastModifiedBy>
  <cp:revision>2</cp:revision>
  <dcterms:created xsi:type="dcterms:W3CDTF">2026-09-22T01:13:47Z</dcterms:created>
  <dcterms:modified xsi:type="dcterms:W3CDTF">2026-09-22T01:14:24Z</dcterms:modified>
</cp:coreProperties>
</file>